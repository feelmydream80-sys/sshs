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**프로젝트명**: KidsSafe (아이안전지키)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**부제**: 공공데이터 기반 아동 안전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**출품분야**: 공공데이터 활용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**제출일**: 2026년 5월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KidsSafe PWA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KidsSafe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**위치 추적**: GPS 기반 실시간 위치 모니터링 (3초 간격)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**위험 탐지**: 경고범위(15m) 미션 발동, 주의범위(100m) 알림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**미션 시스템**: 4단계 안전 미션 (흔들기/회전/음성인식 랜덤)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**TTS 음성 출력**: 위험/주의 알림 + 미션 단계별 음성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**알림**: 진동 0.5초×5회(모바일) + 브라우저 알림 + 화면 배너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**PWA**: 오프라인 지원, HTTPS 서비스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6090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**프론트엔드**: HTML5, CSS3, Vanilla JavaScript (ES6 Modules)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**지도**: Leaflet.js + OpenStreetMap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**데이터 파이프라인**: Python (CSV → JSON → 분석)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**음성**: Web Speech API (TTS) + webkitSpeechRecognition (음성인식)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**저장**: localStorage (설정), Service Worker (오프라인 캐싱)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96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**배포**: GitHub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데이터명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제공기관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활용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건수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전국교통사고다발지역표준데이터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한국도로교통공단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GPS 탐지 + 마커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135건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전국횡단보도표준데이터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서울 동작구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접근 감지 + 점 마커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1057건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학교별 위치정보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교육부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학교 마커 + 안전등급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115건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어린이보호구역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서울 동작구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보호구역 원 + CCTV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61건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3-Layer 자동화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3-Layer 자동화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Layer 1: 원천 CSV → JSON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convert_schools.py → schools.json (115개)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282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convert_protection_zones.py → protection_zones.json (61개, CCTV)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convert_crosswalks.py → crosswalks.json (1057개)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037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convert_accidents.py → accidents.json (135개, 692건)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14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Layer 2: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merge_locations.py → locations.json (1368개, 유효좌표 100%)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3522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Layer 3: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912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school_safety_grader.py → 113개 학교 안전등급 (A~F)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accessibility_score.py → 1057개 횡단보도 접근성 점수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667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지도에 표시되는 모든 데이터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지도에 표시되는 모든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레이어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표시 방식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초등학교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 마커 (초록)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중학교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 마커 (파랑)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 마커 (보라)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유치원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K 마커 (노랑)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학원/어린이집/특수학교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타입별 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어린이보호구역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보라색 원 + CCTV 점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사고다발지역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⚠ 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횡단보도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점 마커 (초등학교앞 55개 ⚠ DANGER 승격)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안전등급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A~F 마커 (중복 표시)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사용자 설정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지도에 표시되는 모든 데이터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아이콘 20종 + 색상 16종 팔레트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레이어별 가시성 on/off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경고/주의 반경 슬라이더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checkProximity()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checkProximity() 로직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일반 횡단보도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초등학교앞 횡단보도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사고다발지역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경고(15m)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🟡 주의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🔴 위험 알림 + 미션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🔴 위험 알림 + 미션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주의(100m)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🟡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🔴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🔴 알림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+3m 리셋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동일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514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초등학교 주변 횡단보도 DANGER 승격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초등학교 30곳 기준 반경 100m 이내 횡단보도 55개 자동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723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일반 횡단보도(1,002개)는 주의(🟡), 초등학교앞(55개)은 위험(🔴)으로 차등 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초등학교 자체는 알림 대상 아님 (건물이 위험이 아니라 주변 횡단보도가 핵심)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+3m Reset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679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사용자 설정 슬라이더로 경고/주의 범위 자유 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56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모든 레이어 마커는 사용자 위치 기준 거리순 정렬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횡단보도/위험지역 15m 이내 자동 발동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횡단보도/위험지역 15m 이내 자동 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4단계 미션 — 매 단계마다 랜덤 방식 지정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90472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미션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가능한 방식 (랜덤)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🟢 초록불이 켜졌어요!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📱 흔들기 / 🎤 "초록불"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👀 좌우를 살펴봐!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📱 흔들기 / 🎤 "확인 완료"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👁️ 좌우 회전하며 살피기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🔄 회전 / 🎤 "회전했어요"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✅ 다 건넜어!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📱 흔들기 / 🎤 "다 건넜어요"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44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음성 인식 (Android Chrome 전용)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09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`webkitSpeechRecognition` + ko-KR, 키워드 매칭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387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⚠️ **iOS Safari**: Web Speech Recognition API 미지원 → 현재 흔들기/회전만 자동 필터링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764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향후 업데이트: iOS 네이티브(SFSpeechRecognizer) 연동 또는 차선책 적용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1421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TTS 음성 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02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미션 시작: "횡단보도에 진입했습니다. 미션을 시작합니다."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횡단보도/위험지역 15m 이내 자동 발동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각 단계 진입 시: 현재 미션 텍스트 읽어주기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미션 완료: "미션 완료! 안전하게 건넜어요!"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위험/주의 알림: "위험! [위치]까지 [거리]미터"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⚠️ **iOS Safari**: 사용자 제스처 내에서만 speak() 허용 → GPS 콜백 TTS는 제한적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향후 업데이트: iOS 네이티브 연동 또는 Web Speech API 우회 기법 적용 예정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진동 0.5초 × 5회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위험/주의 알림, 미션 시작, 미션 완료 시 진동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689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미션 단계 성공 시: 짧은 진동 1회 (300ms)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기기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0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iOS 13+: DeviceMotionEvent.requestPermission()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284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Android: accelerationIncludingGravity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데스크톱: Enter/Space 스킵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아이콘/색상 커스터마이징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아이콘/색상 커스터마이징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- 10개 카테고리별 아이콘 20종 중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색상 16종 팔레트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레이어 가시성 체크박스 on/off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localStorage 저장 (재방문 시 유지)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데이터 업데이트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웹 UI에서 CSV 파일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- 4개 슬롯 (학교/보호구역/횡단보도/사고)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서버(python server.py) 실행 시 자동 파이프라인 연동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GitHub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GitHub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HTTPS → GPS/Notification 정상 작동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Service Worker → 오프라인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정적 호스팅 → 서버 불필요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데이터 갱신: git push → 자동 재배포 (2~3분)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로컬 실행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Leaflet.js 기반 통합 지도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Leaflet.js 기반 통합 지도</a:t>
            </a:r>
          </a:p>
        </p:txBody>
      </p:sp>
      <p:pic>
        <p:nvPicPr>
          <p:cNvPr id="4" name="Picture 3" descr="06_map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Leaflet.js 기반 통합 지도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**8종 데이터 레이어** 시각화 (학교/보호구역/횡단보도/사고다발지역/안전등급)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**사용자 위치** 기반 GPS 실시간 추적 (3초 간격)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**히트맵**: 위험 밀도 시각화 (파랑→노랑→빨강, density≥0.4)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**범례**: 우측 하단 — 마커별 색상/아이콘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**아이콘 20종 + 색상 16종** 커스터마이징 즉시 반영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**화면 분할**: 좌측 사이드바(35%) + 우측 지도(65%)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학교 &amp; 사고다발지역 목록 테이블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학교 &amp; 사고다발지역 목록 테이블</a:t>
            </a:r>
          </a:p>
        </p:txBody>
      </p:sp>
      <p:pic>
        <p:nvPicPr>
          <p:cNvPr id="4" name="Picture 3" descr="07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학교 &amp; 사고다발지역 목록 테이블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**좌측 35% 영역** — 스크롤 가능한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**학교/유치원 목록**: 113개 — 이름 · 유형 · 주소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**사고다발지역 목록**: 135개 — 지점명 · 사고건수 · 사상자수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**행 hover**: 하이라이트 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카테고리별 제목 구분 (border-bottom + 파랑 색상)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반응형 레이아웃 (좌측 사이드바 + 우측 지도)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유연한 UI 커스터마이징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유연한 UI 커스터마이징</a:t>
            </a:r>
          </a:p>
        </p:txBody>
      </p:sp>
      <p:pic>
        <p:nvPicPr>
          <p:cNvPr id="4" name="Picture 3" descr="02_setting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유연한 UI 커스터마이징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**모달 패널**: 중앙 정렬, 400px, 흰색 배경 + 그림자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**10개 카테고리**별 개별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**표시(visibility)** 체크박스 — 레이어 on/off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**아이콘 선택**: 20종 (S/M/H/K/C/A/*/●/▲/■/◆/♥/✦/⚠/☀/♻)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**색상 선택**: 16종 팔레트 (클릭 시 컬러피커)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**localStorage 저장** — 재방문 시 설정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기본값 리셋 / 적용 버튼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4단계 안전 미션 오버레이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4단계 안전 미션 오버레이</a:t>
            </a:r>
          </a:p>
        </p:txBody>
      </p:sp>
      <p:pic>
        <p:nvPicPr>
          <p:cNvPr id="4" name="Picture 3" descr="03_miss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4단계 안전 미션 오버레이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**고정 오버레이 패널**: 상단 중앙, 보라색 그라데이션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**🎯 미션 N/4** 단계 표시 + 실시간 프로그레스 바 (초록색)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**미션 텍스트** + 수행 방법 안내 (📱 흔들기 / 🎤 음성인식 / 🔄 회전)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**4단계**: 초록불 확인 → 좌우 확인 → 회전 살피기 → 건너기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**데스크톱**: Enter/Space 키로 스킵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**완료 시**: 자동 종료 + 진동 피드백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현재 성과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현재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**5종 공공데이터 통합** → 1368개 위치정보 (유효좌표 100%)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**데이터 파이프라인 자동화** → `run_pipeline.py` 3초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**통합 지도 8종 레이어** + 아이콘/색상 커스터마이징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**미션 시스템** → 4단계 안전교육 (흔들기/회전/음성인식 랜덤)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**TTS 음성 출력** → 위험/주의 알림 + 미션 단계별 음성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**음성 인식 미션** → Android Chrome, 키워드 매칭 (초록불/확인완료/회전했어요/건넜어)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**진동 0.5초×5회** → 위험/주의/미션 시 진동 피드백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86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**초등학교 앞 횡단보도 55개 DANGER 승격** → 100m 기준 자동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36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**어린이보호구역 61개** CCTV 정보 포함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741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**학교 안전등급 113개** A~F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**PWA** → 오프라인 지원, GitHub Pages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962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기대 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96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등하굣길 위험 지역 사전 인지로 사고 30% 감소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현재 성과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공공데이터 활용 극대화 (5종 → 통합 분석)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데이터 갱신 자동화로 지속적 최신성 유지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1. 전국 데이터 확대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1. 전국 데이터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현재: 서울 동작구 기반 (5종 공공데이터)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향후: 전국 250개 시군구 데이터 수집 및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데이터 파이프라인 확장 → ori_data/ 추가 후 `run_pipeline.py` 재실행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2. iOS 음성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77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**현재**: iOS Safari → 음성인식 미지원, TTS 사용자제스처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**목표**: 네이티브 WKWebView + SFSpeechRecognizer 연동 또는 음성인식 우회 기법 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TTS: iOS Web Speech API 제한 회피 방안 연구 (사용자 터치 흐름 내 TTS 우회)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3. 어린이 친화적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지도 디자인을 만화/게임 스타일로 변경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387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따뜻한 색감의 커스텀 타일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764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캐릭터 기반 인터페이스로 전환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4. 안전 미션 확장 + 보상 시스템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342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미션 성공 시 보상 지급 (음성/캐릭터 구매)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1. 전국 데이터 확대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단계별 미션 난이도 추가 (10+단계)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연속 성공 시 콤보 보너스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5. 아바타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사용자 아바타 생성 및 커스터마이징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아바타가 지도 위에 표시 (📍 대체)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친구 아바타와 안전 경쟁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6. 뱃지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다양한 안전 미션 완료 시 뱃지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뱃지 컬렉션 페이지 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학교/학급 단위 뱃지 리더보드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"공공데이터로 완성하는 아이 안전 지킴이"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"공공데이터로 완성하는 아이 안전 지킴이"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"우리 아이들의 안전, 지금은 PWA로 시작합니다!"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프로젝트 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GitHub Pages: `https://feelmydream80-sys.github.io/kidssafty/`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82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통합 데이터: `data/locations.json` (1368개, 7개 카테고리)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데이터 파이프라인: `python run_pipeline.py` (3초, 7단계 자동화)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37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전체 소스: `C:\dev\kidssafty\`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